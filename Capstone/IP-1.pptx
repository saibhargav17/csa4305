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0" r:id="rId1"/>
  </p:sldMasterIdLst>
  <p:notesMasterIdLst>
    <p:notesMasterId r:id="rId16"/>
  </p:notesMasterIdLst>
  <p:sldIdLst>
    <p:sldId id="256" r:id="rId2"/>
    <p:sldId id="287" r:id="rId3"/>
    <p:sldId id="258" r:id="rId4"/>
    <p:sldId id="261" r:id="rId5"/>
    <p:sldId id="278" r:id="rId6"/>
    <p:sldId id="262" r:id="rId7"/>
    <p:sldId id="288" r:id="rId8"/>
    <p:sldId id="292" r:id="rId9"/>
    <p:sldId id="283" r:id="rId10"/>
    <p:sldId id="279" r:id="rId11"/>
    <p:sldId id="289" r:id="rId12"/>
    <p:sldId id="290" r:id="rId13"/>
    <p:sldId id="29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1846BE-992C-406F-9162-45C3AFC7E9C4}" v="1" dt="2026-07-25T07:51:57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59" d="100"/>
          <a:sy n="59" d="100"/>
        </p:scale>
        <p:origin x="9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dy Mahendra Ragipindi" userId="be95e201cc9d4abf" providerId="LiveId" clId="{FD05D691-4AA3-4A94-B8F6-EFFB7AA30D80}"/>
    <pc:docChg chg="custSel modSld">
      <pc:chgData name="Reddy Mahendra Ragipindi" userId="be95e201cc9d4abf" providerId="LiveId" clId="{FD05D691-4AA3-4A94-B8F6-EFFB7AA30D80}" dt="2026-07-25T07:52:41.049" v="11" actId="1076"/>
      <pc:docMkLst>
        <pc:docMk/>
      </pc:docMkLst>
      <pc:sldChg chg="modSp mod">
        <pc:chgData name="Reddy Mahendra Ragipindi" userId="be95e201cc9d4abf" providerId="LiveId" clId="{FD05D691-4AA3-4A94-B8F6-EFFB7AA30D80}" dt="2026-07-25T07:52:41.049" v="11" actId="1076"/>
        <pc:sldMkLst>
          <pc:docMk/>
          <pc:sldMk cId="0" sldId="256"/>
        </pc:sldMkLst>
        <pc:spChg chg="mod">
          <ac:chgData name="Reddy Mahendra Ragipindi" userId="be95e201cc9d4abf" providerId="LiveId" clId="{FD05D691-4AA3-4A94-B8F6-EFFB7AA30D80}" dt="2026-07-25T07:52:41.049" v="11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E81C3-656D-4DA1-B3BC-6FB835657F8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8E1AC-C2D6-499A-B492-58B83259B3D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CFD5-1350-6681-81E2-6FE76CAB2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209B7-E336-882C-C45B-A8073C16B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4711-BCA7-0AB5-ED0C-753017FA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9B8F9-B3CA-0438-E074-8DF82FB8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67095-7AB0-C083-557C-9B892CF3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A117-FCF9-EB6D-869D-F4E9446F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603C-0777-6D0D-0961-8FA0656A3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777F-BCCC-B323-D3D3-5AF7390A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D364-D5A9-7BCC-AB1E-54B56149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1E194-BCFC-D2BD-A552-7A2EB992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3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E10F-38BF-72DE-D5DA-849FD509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2D8DF-42DA-6035-FADB-C71FAA61D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23DBB-07B3-1C13-E1A5-9577FFBB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F0C08-ABFC-638D-6DF9-117F0F92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12CE2-D53C-79DD-3E36-8DDDC479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1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B2DE-62DC-60F7-342B-A6E4D6EF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60EE2-3A16-3374-246A-0291C5317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5CE07-B03F-21BE-F192-E5BF50CF0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DAA46-2A6E-20B3-50D6-A33532FE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C39EF-0123-9D04-3CD7-05BCDA90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1FD06-312E-C2B4-DD12-D69DAA26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3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784A-7597-6F2F-C420-03A3348B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C00D2-72A0-E78C-4296-4A54B78A8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9C944-3CDD-32FE-F076-022EDE215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17B43-56A5-BCFD-ABD3-343F4AFEA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8588F-9C22-F78F-9DDF-690F2C7C7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25D44-520E-0D1A-6ACA-AC03B8B4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9C055-613D-04DD-7FCB-BC7C9B88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95134-7472-6FD3-8916-3AD612AF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0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BD90-1597-49EB-2CF0-1263C735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A6F99-7F5F-2E9F-B106-5AA70564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C7280-7DD5-0F8E-168F-71010205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D6C49-DA53-23B8-35F0-0C374787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4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B1F1F-2281-E119-D079-D5ED897E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8A903-3781-63E6-AB8F-D78F87D4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1929-3F63-DCEA-4719-8D8C8EC5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0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4E0E-17E7-3854-F27E-DACA54A5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1DFD-D833-8CDB-9C0F-B0DD17987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B3FC9-D941-395C-749F-C2EC35C7E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E3FDA-EBBD-FF4F-D1E8-89D5A353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7FF0B-A2E8-64A3-9069-BBBF05F1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ED9DE-7B7A-EC3F-E823-2053FCC5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7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DAAC-5397-8072-F703-50059301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E7BCD6-1C44-A0C2-618D-4247B8739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CB9A3-7FC4-2518-89D0-7A52C20A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814CA-556A-AA48-0D95-BBFF7832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BA0E9-343B-9A50-953D-1B8784BE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4B6C2-7DA7-71F1-2AAB-3FF1D9E7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5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61E1-C254-0ED9-1C70-ED083210F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F5A6-6D6E-B29A-70A2-EABE238F3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3B60-1088-5E67-567F-04BD009C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4DBF-9C0A-AFEB-599F-B5C0096E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2F262-B34C-3DD8-2677-CF469B9E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9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C1DC9-4E7E-99ED-11A6-0CF12F6F0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AD330-F259-D094-451E-43694713A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02270-CE52-CAF8-FAC9-A81D2290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FFD0E-12A4-A648-89C1-65BDE01B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A97C-E1D0-C44C-C2AD-B9A70F95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7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4CF02-3D12-BC7A-FF36-46555256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16D46-3294-7DAC-EF9B-C7EC68E3C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FFCF-7910-FC38-91FF-14F62678B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64650-D5A6-20EA-B9A2-5FF3AB3DC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45BE-02AB-18CB-88B9-F2906EC80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9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0303" y="522700"/>
            <a:ext cx="9144000" cy="541162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endParaRPr lang="en-US" sz="4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180" y="1796252"/>
            <a:ext cx="11806642" cy="2145397"/>
          </a:xfrm>
        </p:spPr>
        <p:txBody>
          <a:bodyPr>
            <a:normAutofit fontScale="92500" lnSpcReduction="10000"/>
          </a:bodyPr>
          <a:lstStyle/>
          <a:p>
            <a:pPr font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digital file sharing platform for secure data exchange. 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CSA4305</a:t>
            </a:r>
          </a:p>
          <a:p>
            <a:r>
              <a:rPr lang="en-IN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PROGRAMMING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6" name="Subtitle 2"/>
          <p:cNvSpPr txBox="1"/>
          <p:nvPr/>
        </p:nvSpPr>
        <p:spPr>
          <a:xfrm>
            <a:off x="7777316" y="4257657"/>
            <a:ext cx="3844413" cy="2075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G Achyuth Venkat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Avula Adharsh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Bhargav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Manikanteswarareddy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592" y="0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5358" y="4099653"/>
            <a:ext cx="5405775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        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Sudhagar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INTRODUCTION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374" y="1551989"/>
            <a:ext cx="10515600" cy="4351338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Secure File Sharing System is a web application for safely storing and sharing files.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Files are encrypted using </a:t>
            </a:r>
            <a:r>
              <a:rPr lang="en-IN" sz="2200" b="1" dirty="0">
                <a:latin typeface="Aptos (Body)"/>
                <a:cs typeface="Times New Roman" panose="02020603050405020304" pitchFamily="18" charset="0"/>
              </a:rPr>
              <a:t>AES-256</a:t>
            </a:r>
            <a:r>
              <a:rPr lang="en-IN" sz="2200" dirty="0">
                <a:latin typeface="Aptos (Body)"/>
                <a:cs typeface="Times New Roman" panose="02020603050405020304" pitchFamily="18" charset="0"/>
              </a:rPr>
              <a:t> to protect sensitive information.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User authentication ensures that only authorized users can access files.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Secure sharing with controlled permissions prevents unauthorized access.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The project combines </a:t>
            </a:r>
            <a:r>
              <a:rPr lang="en-IN" sz="2200" b="1" dirty="0">
                <a:latin typeface="Aptos (Body)"/>
                <a:cs typeface="Times New Roman" panose="02020603050405020304" pitchFamily="18" charset="0"/>
              </a:rPr>
              <a:t>encryption, authentication, databases, and web technologies</a:t>
            </a:r>
            <a:r>
              <a:rPr lang="en-IN" sz="2200" dirty="0">
                <a:latin typeface="Aptos (Body)"/>
                <a:cs typeface="Times New Roman" panose="02020603050405020304" pitchFamily="18" charset="0"/>
              </a:rPr>
              <a:t> to provide secure file management.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7504" y="167340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8217"/>
            <a:ext cx="9144000" cy="1096547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>
              <a:tabLst>
                <a:tab pos="1431925" algn="l"/>
              </a:tabLst>
            </a:pPr>
            <a:r>
              <a:rPr lang="en-IN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PROBLEM STATEMENT</a:t>
            </a:r>
            <a:endParaRPr lang="en-US" sz="4800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7184" y="104124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28329" y="1298449"/>
            <a:ext cx="9144000" cy="511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Traditional file sharing methods are vulnerable to unauthorized access and data breaches.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Sensitive files may be exposed if they are stored or transferred without encryption.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Weak authentication can allow unauthorized users to access confidential files.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Existing systems often lack proper access control and secure sharing features.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 secure file-sharing solution is needed to ensure data confidentiality, integrity, and authorized access.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600"/>
            <a:ext cx="9144000" cy="1096547"/>
          </a:xfrm>
        </p:spPr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OBJECTIVES</a:t>
            </a:r>
            <a:endParaRPr lang="en-US" sz="4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61307" y="1382327"/>
            <a:ext cx="9582911" cy="511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Develop a secure web-based file sharing system for uploading, storing, and sharing files safely.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Implement </a:t>
            </a:r>
            <a:r>
              <a:rPr lang="en-IN" sz="2200" b="1" dirty="0"/>
              <a:t>AES-256 encryption</a:t>
            </a:r>
            <a:r>
              <a:rPr lang="en-IN" sz="2200" dirty="0"/>
              <a:t> to protect files from unauthorized access during storage and sharing.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Provide secure user authentication and access control to ensure only authorized users can access shared files.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Enable secure file sharing with permission management and controlled download access.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Improve data confidentiality, integrity, and overall security while providing a simple and user-friendly interface.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6" y="252662"/>
            <a:ext cx="880796" cy="87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224" y="232427"/>
            <a:ext cx="742579" cy="95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864076" y="61309"/>
            <a:ext cx="4134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MODULE</a:t>
            </a:r>
            <a:r>
              <a:rPr lang="en-US" sz="48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1</a:t>
            </a:r>
            <a:endParaRPr lang="en-IN"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3864076" y="1067785"/>
            <a:ext cx="305586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    </a:t>
            </a:r>
            <a:endParaRPr lang="en-IN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39445" y="1774825"/>
            <a:ext cx="8062103" cy="54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Authorization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1583B-8E6E-81F3-AEB8-A7937C21F326}"/>
              </a:ext>
            </a:extLst>
          </p:cNvPr>
          <p:cNvSpPr txBox="1"/>
          <p:nvPr/>
        </p:nvSpPr>
        <p:spPr>
          <a:xfrm>
            <a:off x="991092" y="2467897"/>
            <a:ext cx="10118132" cy="410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Provides a secure registration and login system that allows users to create and access their accounts safely.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Verifies user identity using secure authentication methods and stores passwords in hashed form to enhance security.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Manages user sessions and enforces access control, ensuring only authorized users can access system features.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Prevents unauthorized access to sensitive files by validating user permissions before allowing any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735334" y="25193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MODULE 2</a:t>
            </a:r>
            <a:endParaRPr lang="en-IN" sz="4800" dirty="0"/>
          </a:p>
        </p:txBody>
      </p:sp>
      <p:sp>
        <p:nvSpPr>
          <p:cNvPr id="9" name="TextBox 8"/>
          <p:cNvSpPr txBox="1"/>
          <p:nvPr/>
        </p:nvSpPr>
        <p:spPr>
          <a:xfrm>
            <a:off x="1140419" y="1648535"/>
            <a:ext cx="54589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File Upload &amp; Encryption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5025" y="2140977"/>
            <a:ext cx="9144717" cy="446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Allows users to upload files of different formats, such as documents, images, and PDFs, through a secure interface.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Encrypts every uploaded file using </a:t>
            </a:r>
            <a:r>
              <a:rPr lang="en-IN" sz="2200" b="1" dirty="0"/>
              <a:t>AES-256 encryption</a:t>
            </a:r>
            <a:r>
              <a:rPr lang="en-IN" sz="2200" dirty="0"/>
              <a:t> before storing it, ensuring that the data remains protected.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Stores encrypted files along with essential metadata, such as file name, owner, upload date, and file size.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Ensures that even if stored files are accessed without permission, they remain unreadable without the correct decryption key.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MODULE</a:t>
            </a:r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3130"/>
            <a:ext cx="10515600" cy="45126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Enables users to securely share encrypted files with specific registered users or through protected sharing links.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Implements access control mechanisms to ensure that only authorized users can view or download shared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Supports permission management, allowing file owners to control who can access their files and what actions they can perform.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Enhances security by providing features such as link expiration, restricted access, and secure file-sharing policies.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ED07A4-EB85-2B97-D6BC-E8AD48DD57DD}"/>
              </a:ext>
            </a:extLst>
          </p:cNvPr>
          <p:cNvSpPr txBox="1"/>
          <p:nvPr/>
        </p:nvSpPr>
        <p:spPr>
          <a:xfrm>
            <a:off x="1063070" y="1690688"/>
            <a:ext cx="7010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Secure File Sharing &amp; Access Control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536E-A9F2-6C51-30F3-A842A041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C5AE-30D4-F6FB-D7B8-067AED11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MODULE</a:t>
            </a:r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48EC-99B2-14AE-AD56-EEF33726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3130"/>
            <a:ext cx="10515600" cy="45126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Verifies user permissions before decrypting files, ensuring that only authorized users can access the original content.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Decrypts encrypted files securely during the download process while maintaining data confidentiality.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Records all file-related activities, such as uploads, downloads, sharing, and deletions, in an audit log.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Provides an admin dashboard to monitor user activities, track file access, and improve overall system security.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6A3E1-8C98-ED18-B406-E46366A3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C23049D-D070-2B63-E8D2-8852A75A4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3AE734-32F1-44AA-A006-D20684C08A11}"/>
              </a:ext>
            </a:extLst>
          </p:cNvPr>
          <p:cNvSpPr txBox="1"/>
          <p:nvPr/>
        </p:nvSpPr>
        <p:spPr>
          <a:xfrm>
            <a:off x="1063070" y="1495193"/>
            <a:ext cx="7010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Secure File Sharing &amp; Access Control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79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1604" y="254892"/>
            <a:ext cx="8762179" cy="718502"/>
          </a:xfrm>
        </p:spPr>
        <p:txBody>
          <a:bodyPr>
            <a:noAutofit/>
          </a:bodyPr>
          <a:lstStyle/>
          <a:p>
            <a:r>
              <a:rPr lang="en-IN" sz="3000" b="1" dirty="0"/>
              <a:t>Sustainable Development Goals (SDG)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94390" y="-191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88" y="0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63625" y="1088039"/>
            <a:ext cx="10546080" cy="541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9 – Industry, Innovation and Infrastructure:</a:t>
            </a:r>
            <a:r>
              <a:rPr lang="en-IN" sz="2200" dirty="0"/>
              <a:t> Promotes secure digital infrastructure through encrypted file sharing.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16 – Peace, Justice and Strong Institutions:</a:t>
            </a:r>
            <a:r>
              <a:rPr lang="en-IN" sz="2200" dirty="0"/>
              <a:t> Enhances data security and protects sensitive information from unauthorized access.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11 – Sustainable Cities and Communities:</a:t>
            </a:r>
            <a:r>
              <a:rPr lang="en-IN" sz="2200" dirty="0"/>
              <a:t> Supports safe and reliable digital services for individuals and organizations.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17 – Partnerships for the Goals:</a:t>
            </a:r>
            <a:r>
              <a:rPr lang="en-IN" sz="2200" dirty="0"/>
              <a:t> Enables secure collaboration and information sharing among users and organizations.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1123" y="79654"/>
            <a:ext cx="4591664" cy="136568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 STANDARDS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29150" y="1695254"/>
            <a:ext cx="9329828" cy="410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Follows </a:t>
            </a:r>
            <a:r>
              <a:rPr lang="en-IN" sz="2200" b="1" dirty="0"/>
              <a:t>AES-256 encryption</a:t>
            </a:r>
            <a:r>
              <a:rPr lang="en-IN" sz="2200" dirty="0"/>
              <a:t> standards to ensure secure storage and transmission of files.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Implements secure authentication practices, including </a:t>
            </a:r>
            <a:r>
              <a:rPr lang="en-IN" sz="2200" b="1" dirty="0"/>
              <a:t>password hashing</a:t>
            </a:r>
            <a:r>
              <a:rPr lang="en-IN" sz="2200" dirty="0"/>
              <a:t> and access control mechanisms.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Uses </a:t>
            </a:r>
            <a:r>
              <a:rPr lang="en-IN" sz="2200" b="1" dirty="0"/>
              <a:t>HTTPS</a:t>
            </a:r>
            <a:r>
              <a:rPr lang="en-IN" sz="2200" dirty="0"/>
              <a:t> to protect data during communication between users and the server.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Adheres to secure software development practices by maintaining data integrity, confidentiality, and user privacy.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1756-CE37-9270-0EBC-A9CC302A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0044-FE41-1F84-B7FB-1E4289B7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Outcome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/>
              <a:t>Develop a secure and user-friendly file sharing system with strong encryption. </a:t>
            </a:r>
          </a:p>
          <a:p>
            <a:r>
              <a:rPr lang="en-IN" sz="2400" dirty="0"/>
              <a:t>Ensure that files are protected from unauthorized access during storage and sharing. </a:t>
            </a:r>
          </a:p>
          <a:p>
            <a:r>
              <a:rPr lang="en-IN" sz="2400" dirty="0"/>
              <a:t>Provide reliable authentication and access control for secure file management. Improve data confidentiality, integrity, and overall system security.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Future Work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/>
              <a:t>Integrate cloud storage services for scalable and secure file management. </a:t>
            </a:r>
          </a:p>
          <a:p>
            <a:r>
              <a:rPr lang="en-IN" sz="2400" dirty="0"/>
              <a:t>Add multi-factor authentication (MFA) for enhanced user security. Implement end-to-end encryption for even greater data protection. </a:t>
            </a:r>
          </a:p>
          <a:p>
            <a:r>
              <a:rPr lang="en-IN" sz="2400" dirty="0"/>
              <a:t>Develop a mobile application and support real-time secure file synchronization.</a:t>
            </a:r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A6B8509-BDD5-7316-BEBC-9F1BC5651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415CE9E-15E6-6BB2-6224-D9645468F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59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F36D-602A-C853-2C42-C85BA3D2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42F-A131-25E2-A756-CE7401EC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646"/>
            <a:ext cx="10515600" cy="55183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Successfully developed a secure file sharing system with encryption to protect sensitive data.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Implemented user authentication and access control to ensure only authorized users can access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Used </a:t>
            </a:r>
            <a:r>
              <a:rPr lang="en-IN" sz="2200" b="1" dirty="0"/>
              <a:t>AES-256 encryption</a:t>
            </a:r>
            <a:r>
              <a:rPr lang="en-IN" sz="2200" dirty="0"/>
              <a:t> to maintain the confidentiality and integrity of stored and shared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Provided a simple, secure, and user-friendly platform for uploading, sharing, and downloading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Demonstrated the importance of encryption and secure web technologies in protecting digital information from unauthorized access.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F8A5004-5FA7-18B5-F4BF-95627D03D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F005278-E05A-DA9B-6164-DD39F34F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02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100-D660-54F9-9DF4-6425F985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D150-7B7A-894E-C44E-43052E6F4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IN" sz="2400" b="1" dirty="0"/>
              <a:t>William Stallings</a:t>
            </a:r>
            <a:r>
              <a:rPr lang="en-IN" sz="2400" dirty="0"/>
              <a:t>, </a:t>
            </a:r>
            <a:r>
              <a:rPr lang="en-IN" sz="2400" i="1" dirty="0"/>
              <a:t>Cryptography and Network Security: Principles and Practice</a:t>
            </a:r>
            <a:r>
              <a:rPr lang="en-IN" sz="2400" dirty="0"/>
              <a:t>, Pearson.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RFC 6234</a:t>
            </a:r>
            <a:r>
              <a:rPr lang="en-IN" sz="2400" dirty="0"/>
              <a:t> – Secure Hash Standard (SHA) and HMAC Algorithms.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NIST</a:t>
            </a:r>
            <a:r>
              <a:rPr lang="en-IN" sz="2400" dirty="0"/>
              <a:t> – Advanced Encryption Standard (AES) Documentation.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OWASP (Open Web Application Security Project)</a:t>
            </a:r>
            <a:r>
              <a:rPr lang="en-IN" sz="2400" dirty="0"/>
              <a:t> – Web Application Security Guidelines. </a:t>
            </a:r>
          </a:p>
          <a:p>
            <a:pPr>
              <a:lnSpc>
                <a:spcPct val="160000"/>
              </a:lnSpc>
            </a:pPr>
            <a:r>
              <a:rPr lang="en-IN" sz="2400" dirty="0"/>
              <a:t>Official documentation of the programming languages, frameworks, and databases used (e.g., Python/Node.js, MySQL, HTML, CSS, JavaScript).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9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556" y="1372633"/>
            <a:ext cx="8636888" cy="4732493"/>
          </a:xfrm>
        </p:spPr>
        <p:txBody>
          <a:bodyPr>
            <a:normAutofit/>
          </a:bodyPr>
          <a:lstStyle/>
          <a:p>
            <a:endParaRPr lang="en-IN" sz="10800" b="1" dirty="0">
              <a:solidFill>
                <a:srgbClr val="FF0000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r>
              <a:rPr lang="en-IN" sz="10800" b="1" dirty="0">
                <a:latin typeface="Stencil" panose="040409050D0802020404" pitchFamily="82" charset="0"/>
                <a:cs typeface="Times New Roman" panose="02020603050405020304" pitchFamily="18" charset="0"/>
              </a:rPr>
              <a:t>Thank</a:t>
            </a:r>
            <a:r>
              <a:rPr lang="en-IN" sz="10800" b="1" dirty="0">
                <a:solidFill>
                  <a:srgbClr val="FF0000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 </a:t>
            </a:r>
            <a:r>
              <a:rPr lang="en-IN" sz="10800" b="1" dirty="0">
                <a:latin typeface="Stencil" panose="040409050D0802020404" pitchFamily="82" charset="0"/>
                <a:cs typeface="Times New Roman" panose="02020603050405020304" pitchFamily="18" charset="0"/>
              </a:rPr>
              <a:t>You</a:t>
            </a:r>
            <a:endParaRPr lang="en-US" sz="10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995</Words>
  <Application>Microsoft Office PowerPoint</Application>
  <PresentationFormat>Widescreen</PresentationFormat>
  <Paragraphs>91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(Body)</vt:lpstr>
      <vt:lpstr>Aptos Display</vt:lpstr>
      <vt:lpstr>Arial</vt:lpstr>
      <vt:lpstr>Arial Black</vt:lpstr>
      <vt:lpstr>Calibri</vt:lpstr>
      <vt:lpstr>Stencil</vt:lpstr>
      <vt:lpstr>Times New Roman</vt:lpstr>
      <vt:lpstr>Office Theme</vt:lpstr>
      <vt:lpstr>SIMATS ENGINEERING</vt:lpstr>
      <vt:lpstr>            INTRODUCTION</vt:lpstr>
      <vt:lpstr>PROBLEM STATEMENT</vt:lpstr>
      <vt:lpstr>OBJECTIVES</vt:lpstr>
      <vt:lpstr>PowerPoint Presentation</vt:lpstr>
      <vt:lpstr>PowerPoint Presentation</vt:lpstr>
      <vt:lpstr>                MODULE 3</vt:lpstr>
      <vt:lpstr>                MODULE 4</vt:lpstr>
      <vt:lpstr>Sustainable Development Goals (SDG)</vt:lpstr>
      <vt:lpstr>ENGINEERING  STANDARDS</vt:lpstr>
      <vt:lpstr>Expected Outcome &amp; Future Work</vt:lpstr>
      <vt:lpstr>         Conclusion</vt:lpstr>
      <vt:lpstr>Reference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Thevasigamani</dc:creator>
  <cp:lastModifiedBy>Reddy Mahendra Ragipindi</cp:lastModifiedBy>
  <cp:revision>22</cp:revision>
  <dcterms:created xsi:type="dcterms:W3CDTF">2025-03-19T06:12:00Z</dcterms:created>
  <dcterms:modified xsi:type="dcterms:W3CDTF">2026-07-25T07:52:44Z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A1A1C42B02FB49EC9558F0D768495934_13</vt:lpwstr>
  </property>
  <property fmtid="{D5CDD505-2E9C-101B-9397-08002B2CF9AE}" pid="3" name="KSOProductBuildVer">
    <vt:lpwstr>1033-12.2.0.23196</vt:lpwstr>
  </property>
</Properties>
</file>